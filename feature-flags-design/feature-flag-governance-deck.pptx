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Flag Governance — Three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flag creation, assessed against five governance parameters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34640" y="1371600"/>
            <a:ext cx="2889504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834640" y="137160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33872" y="1371600"/>
            <a:ext cx="2889504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833872" y="137160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FME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33104" y="1371600"/>
            <a:ext cx="2889504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833104" y="137160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parameter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11265408" cy="0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2286000" cy="704088"/>
          </a:xfrm>
          <a:prstGeom prst="rect">
            <a:avLst/>
          </a:prstGeom>
          <a:noFill/>
          <a:ln/>
        </p:spPr>
        <p:txBody>
          <a:bodyPr wrap="square" lIns="0" tIns="25400" rIns="7620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flag exist?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34640" y="1874520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= intake + record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33872" y="1874520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before creation; created directly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33104" y="1874520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row + intake 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11265408" cy="0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78608"/>
            <a:ext cx="2286000" cy="704088"/>
          </a:xfrm>
          <a:prstGeom prst="rect">
            <a:avLst/>
          </a:prstGeom>
          <a:noFill/>
          <a:ln/>
        </p:spPr>
        <p:txBody>
          <a:bodyPr wrap="square" lIns="0" tIns="25400" rIns="7620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before creation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2578608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disjoint requester / approver groups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33872" y="2578608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approvals apply to later changes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33104" y="2578608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no requester ≠ approver rule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82696"/>
            <a:ext cx="11265408" cy="0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82696"/>
            <a:ext cx="2286000" cy="704088"/>
          </a:xfrm>
          <a:prstGeom prst="rect">
            <a:avLst/>
          </a:prstGeom>
          <a:noFill/>
          <a:ln/>
        </p:spPr>
        <p:txBody>
          <a:bodyPr wrap="square" lIns="0" tIns="25400" rIns="7620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at creation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34640" y="3282696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7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 gate on work-item status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33872" y="3282696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gate on flag creation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33104" y="3282696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7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external, via REST 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86784"/>
            <a:ext cx="11265408" cy="0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86784"/>
            <a:ext cx="2286000" cy="704088"/>
          </a:xfrm>
          <a:prstGeom prst="rect">
            <a:avLst/>
          </a:prstGeom>
          <a:noFill/>
          <a:ln/>
        </p:spPr>
        <p:txBody>
          <a:bodyPr wrap="square" lIns="0" tIns="25400" rIns="7620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34640" y="3986784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work-item history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33872" y="3986784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per-env logs + policy history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33104" y="3986784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cell history + activity log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690872"/>
            <a:ext cx="11265408" cy="0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90872"/>
            <a:ext cx="2286000" cy="704088"/>
          </a:xfrm>
          <a:prstGeom prst="rect">
            <a:avLst/>
          </a:prstGeom>
          <a:noFill/>
          <a:ln/>
        </p:spPr>
        <p:txBody>
          <a:bodyPr wrap="square" lIns="0" tIns="25400" rIns="7620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34640" y="4690872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7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required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33872" y="4690872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single system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33104" y="4690872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7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required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422392"/>
            <a:ext cx="11265408" cy="649224"/>
          </a:xfrm>
          <a:prstGeom prst="roundRect">
            <a:avLst>
              <a:gd name="adj" fmla="val 7042"/>
            </a:avLst>
          </a:prstGeom>
          <a:solidFill>
            <a:srgbClr val="E3EAF8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5394960"/>
            <a:ext cx="11265408" cy="0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394960"/>
            <a:ext cx="2286000" cy="704088"/>
          </a:xfrm>
          <a:prstGeom prst="rect">
            <a:avLst/>
          </a:prstGeom>
          <a:noFill/>
          <a:ln/>
        </p:spPr>
        <p:txBody>
          <a:bodyPr wrap="square" lIns="0" tIns="25400" rIns="7620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posture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834640" y="5394960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existing tooling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33872" y="5394960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flag service (new platform)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833104" y="5394960"/>
            <a:ext cx="2889504" cy="7040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vendor — adds a tool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2087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pPr algn="l" indent="0" marL="0">
              <a:buNone/>
            </a:pPr>
            <a:r>
              <a:rPr lang="en-US" sz="1050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built-in      </a:t>
            </a:r>
            <a:pPr algn="l" indent="0" marL="0">
              <a:buNone/>
            </a:pPr>
            <a:r>
              <a:rPr lang="en-US" sz="1050" b="1" dirty="0">
                <a:solidFill>
                  <a:srgbClr val="B57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/ Build</a:t>
            </a:r>
            <a:pPr algn="l" indent="0" marL="0">
              <a:buNone/>
            </a:pPr>
            <a:r>
              <a:rPr lang="en-US" sz="1050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must be developed      </a:t>
            </a:r>
            <a:pPr algn="l" indent="0" marL="0">
              <a:buNone/>
            </a:pPr>
            <a:r>
              <a:rPr lang="en-US" sz="1050" b="1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/ N/A</a:t>
            </a:r>
            <a:pPr algn="l" indent="0" marL="0">
              <a:buNone/>
            </a:pPr>
            <a:r>
              <a:rPr lang="en-US" sz="1050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not provided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Govern — and What Each Costs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not feature-by-feature — it is which model you adopt.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F7B6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311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over the existing service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 ·  Smartsheet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54096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 service stays unchanged; governance sits alongside it.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before a flag is created is achievable.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and drift detection must be built.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reuses tooling we own; Smartsheet adds a vendor.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298448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11112" y="1645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B5721F"/>
          </a:solidFill>
          <a:ln/>
        </p:spPr>
      </p:sp>
      <p:sp>
        <p:nvSpPr>
          <p:cNvPr id="12" name="Text 10"/>
          <p:cNvSpPr/>
          <p:nvPr/>
        </p:nvSpPr>
        <p:spPr>
          <a:xfrm>
            <a:off x="6611112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1112" y="22311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service with a platform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11112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57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FME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1112" y="3054096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 becomes the flag runtime; apps move to its SDK.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native — but on flag changes, not creation.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before a flag exists; RBAC controls creation.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it only if the full platform is adopted, not an add-on.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166360"/>
            <a:ext cx="11274552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492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architecture review to confirm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769864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2A356F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769864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model (per-environment vs trunk)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75304" y="5769864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2A356F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5769864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feasibility, to avoid app changes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27648" y="5769864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2A356F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5769864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full-platform FME adoption is intended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79992" y="5769864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2A356F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1432" y="5769864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sufficiency for compliance evidence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2026-07-09T18:49:43Z</dcterms:created>
  <dcterms:modified xsi:type="dcterms:W3CDTF">2026-07-09T18:49:43Z</dcterms:modified>
</cp:coreProperties>
</file>